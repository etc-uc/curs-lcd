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9" r:id="rId11"/>
    <p:sldId id="264" r:id="rId12"/>
    <p:sldId id="265" r:id="rId13"/>
    <p:sldId id="270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9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6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92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38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0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5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76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6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76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30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55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8407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06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202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2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1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xp.com/products/processors-and-microcontrollers/arm-based-processors-and-mcus/kinetis-cortex-m-mcus/ea-series-automotive-m0-plus/ultra-reliable-kea-automotive-microcontrollers-mcus-based-on-arm-cortex-m0-plus-core:KE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350" y="1388853"/>
            <a:ext cx="7766936" cy="1644066"/>
          </a:xfrm>
        </p:spPr>
        <p:txBody>
          <a:bodyPr/>
          <a:lstStyle/>
          <a:p>
            <a:r>
              <a:rPr lang="en-US" sz="3600" i="1" dirty="0" err="1" smtClean="0"/>
              <a:t>Folosirea</a:t>
            </a:r>
            <a:r>
              <a:rPr lang="en-US" sz="3600" i="1" dirty="0" smtClean="0"/>
              <a:t> LCD-</a:t>
            </a:r>
            <a:r>
              <a:rPr lang="en-US" sz="3600" i="1" dirty="0" err="1" smtClean="0"/>
              <a:t>urilor</a:t>
            </a:r>
            <a:r>
              <a:rPr lang="en-US" sz="3600" i="1" dirty="0" smtClean="0"/>
              <a:t> in </a:t>
            </a:r>
            <a:r>
              <a:rPr lang="en-US" sz="3600" i="1" dirty="0" err="1" smtClean="0"/>
              <a:t>aplicatii</a:t>
            </a:r>
            <a:r>
              <a:rPr lang="en-US" sz="3600" i="1" dirty="0" smtClean="0"/>
              <a:t> cu </a:t>
            </a:r>
            <a:r>
              <a:rPr lang="en-US" sz="3600" i="1" dirty="0" err="1" smtClean="0"/>
              <a:t>microcontrollere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Baciu Vlad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4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1791">
            <a:off x="689913" y="484383"/>
            <a:ext cx="4459338" cy="22690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2043">
            <a:off x="4105457" y="3484711"/>
            <a:ext cx="4793062" cy="254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1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76" y="316302"/>
            <a:ext cx="8596668" cy="1320800"/>
          </a:xfrm>
        </p:spPr>
        <p:txBody>
          <a:bodyPr/>
          <a:lstStyle/>
          <a:p>
            <a:r>
              <a:rPr lang="en-US" dirty="0" err="1" smtClean="0"/>
              <a:t>Parti</a:t>
            </a:r>
            <a:r>
              <a:rPr lang="en-US" dirty="0" smtClean="0"/>
              <a:t> </a:t>
            </a:r>
            <a:r>
              <a:rPr lang="en-US" dirty="0" err="1" smtClean="0"/>
              <a:t>componente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096" y="976702"/>
            <a:ext cx="5621269" cy="54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 de </a:t>
            </a:r>
            <a:r>
              <a:rPr lang="en-US" dirty="0" err="1" smtClean="0"/>
              <a:t>functionare</a:t>
            </a:r>
            <a:r>
              <a:rPr lang="en-US" dirty="0" smtClean="0"/>
              <a:t> - OFF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947" y="1459819"/>
            <a:ext cx="4444667" cy="25957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75" y="4055577"/>
            <a:ext cx="7198669" cy="2592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206495">
            <a:off x="6360235" y="-2068"/>
            <a:ext cx="197167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002" y="161027"/>
            <a:ext cx="8596668" cy="1320800"/>
          </a:xfrm>
        </p:spPr>
        <p:txBody>
          <a:bodyPr/>
          <a:lstStyle/>
          <a:p>
            <a:r>
              <a:rPr lang="en-US" dirty="0" smtClean="0"/>
              <a:t>Mod de </a:t>
            </a:r>
            <a:r>
              <a:rPr lang="en-US" dirty="0" err="1" smtClean="0"/>
              <a:t>functionare</a:t>
            </a:r>
            <a:r>
              <a:rPr lang="en-US" dirty="0"/>
              <a:t> </a:t>
            </a:r>
            <a:r>
              <a:rPr lang="en-US" dirty="0" smtClean="0"/>
              <a:t>-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1" y="914787"/>
            <a:ext cx="4667250" cy="2771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12" y="3975400"/>
            <a:ext cx="7944111" cy="23822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737972">
            <a:off x="6446366" y="-307882"/>
            <a:ext cx="12763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3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592398">
            <a:off x="2363279" y="281257"/>
            <a:ext cx="4365325" cy="599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67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06" y="278561"/>
            <a:ext cx="6181725" cy="461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2974" y="5469147"/>
            <a:ext cx="3227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RS – </a:t>
            </a:r>
            <a:r>
              <a:rPr lang="en-US" dirty="0" err="1" smtClean="0"/>
              <a:t>Instructiuni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Date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si</a:t>
            </a:r>
            <a:r>
              <a:rPr lang="en-US" dirty="0" smtClean="0"/>
              <a:t> K – </a:t>
            </a:r>
            <a:r>
              <a:rPr lang="en-US" dirty="0" err="1" smtClean="0"/>
              <a:t>alimentare</a:t>
            </a:r>
            <a:r>
              <a:rPr lang="en-US" dirty="0"/>
              <a:t> </a:t>
            </a:r>
            <a:r>
              <a:rPr lang="en-US" dirty="0" smtClean="0"/>
              <a:t>Back Light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5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73" y="316895"/>
            <a:ext cx="8596668" cy="1320800"/>
          </a:xfrm>
        </p:spPr>
        <p:txBody>
          <a:bodyPr/>
          <a:lstStyle/>
          <a:p>
            <a:r>
              <a:rPr lang="en-US" dirty="0" err="1" smtClean="0"/>
              <a:t>Interfatarea</a:t>
            </a:r>
            <a:r>
              <a:rPr lang="en-US" dirty="0" smtClean="0"/>
              <a:t> cu microcontroller-</a:t>
            </a:r>
            <a:r>
              <a:rPr lang="en-US" dirty="0" err="1" smtClean="0"/>
              <a:t>ul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*4 bit mode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05" y="2188211"/>
            <a:ext cx="4706072" cy="30399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05193">
            <a:off x="5467904" y="2615742"/>
            <a:ext cx="4133849" cy="24350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85616">
            <a:off x="5897548" y="2166033"/>
            <a:ext cx="3789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u="sng" dirty="0">
                <a:solidFill>
                  <a:srgbClr val="FFFFFF"/>
                </a:solidFill>
                <a:latin typeface="arial" panose="020B0604020202020204" pitchFamily="34" charset="0"/>
                <a:hlinkClick r:id="rId4"/>
              </a:rPr>
              <a:t>Arm Cortex-M0+|Kinetis KEA 32-bit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744088" y="1818879"/>
            <a:ext cx="2474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u="sng" dirty="0" smtClean="0">
                <a:solidFill>
                  <a:schemeClr val="accent1"/>
                </a:solidFill>
                <a:latin typeface="arial" panose="020B0604020202020204" pitchFamily="34" charset="0"/>
              </a:rPr>
              <a:t>LCD 16x2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33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27" y="2164511"/>
            <a:ext cx="6563202" cy="3761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4234" y="836762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1. </a:t>
            </a:r>
            <a:r>
              <a:rPr lang="en-US" dirty="0" err="1" smtClean="0">
                <a:solidFill>
                  <a:schemeClr val="accent1"/>
                </a:solidFill>
              </a:rPr>
              <a:t>Configurare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pini</a:t>
            </a:r>
            <a:r>
              <a:rPr lang="en-US" dirty="0" smtClean="0">
                <a:solidFill>
                  <a:schemeClr val="accent1"/>
                </a:solidFill>
              </a:rPr>
              <a:t> GPIO.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39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3" y="1287253"/>
            <a:ext cx="76485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5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9279" y="820311"/>
            <a:ext cx="5896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2. </a:t>
            </a:r>
            <a:r>
              <a:rPr lang="en-US" dirty="0" err="1" smtClean="0">
                <a:solidFill>
                  <a:schemeClr val="accent1"/>
                </a:solidFill>
              </a:rPr>
              <a:t>Scriere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functii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pentru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transmitere</a:t>
            </a:r>
            <a:r>
              <a:rPr lang="en-US" dirty="0" smtClean="0">
                <a:solidFill>
                  <a:schemeClr val="accent1"/>
                </a:solidFill>
              </a:rPr>
              <a:t> date/</a:t>
            </a:r>
            <a:r>
              <a:rPr lang="en-US" dirty="0" err="1" smtClean="0">
                <a:solidFill>
                  <a:schemeClr val="accent1"/>
                </a:solidFill>
              </a:rPr>
              <a:t>instructiuni</a:t>
            </a: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62" y="1973202"/>
            <a:ext cx="4728973" cy="2547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424" y="1916005"/>
            <a:ext cx="4781059" cy="261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6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8" y="873185"/>
            <a:ext cx="3714750" cy="491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9804" y="1276709"/>
            <a:ext cx="2270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Ex: </a:t>
            </a:r>
            <a:r>
              <a:rPr lang="en-US" dirty="0" err="1" smtClean="0"/>
              <a:t>Comanda</a:t>
            </a:r>
            <a:r>
              <a:rPr lang="en-US" dirty="0" smtClean="0"/>
              <a:t> = 0x45</a:t>
            </a:r>
          </a:p>
          <a:p>
            <a:endParaRPr lang="en-US" dirty="0"/>
          </a:p>
          <a:p>
            <a:r>
              <a:rPr lang="en-US" dirty="0" smtClean="0"/>
              <a:t>0x45 &gt;&gt;4 =&gt; 0x4</a:t>
            </a:r>
          </a:p>
          <a:p>
            <a:r>
              <a:rPr lang="en-US" dirty="0" smtClean="0"/>
              <a:t>0x45 &amp; 0x0F = 0x05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3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06" y="181694"/>
            <a:ext cx="5610225" cy="69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3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8619" y="949708"/>
            <a:ext cx="3498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3. </a:t>
            </a:r>
            <a:r>
              <a:rPr lang="en-US" dirty="0" err="1">
                <a:solidFill>
                  <a:schemeClr val="accent1"/>
                </a:solidFill>
              </a:rPr>
              <a:t>Scriere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functie</a:t>
            </a:r>
            <a:r>
              <a:rPr lang="en-US" dirty="0" smtClean="0">
                <a:solidFill>
                  <a:schemeClr val="accent1"/>
                </a:solidFill>
              </a:rPr>
              <a:t> de </a:t>
            </a:r>
            <a:r>
              <a:rPr lang="en-US" dirty="0" err="1" smtClean="0">
                <a:solidFill>
                  <a:schemeClr val="accent1"/>
                </a:solidFill>
              </a:rPr>
              <a:t>initializare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422" y="1762845"/>
            <a:ext cx="5334539" cy="467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5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19" y="1476837"/>
            <a:ext cx="8496300" cy="52482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8619" y="949708"/>
            <a:ext cx="3703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3. </a:t>
            </a:r>
            <a:r>
              <a:rPr lang="en-US" dirty="0" err="1">
                <a:solidFill>
                  <a:schemeClr val="accent1"/>
                </a:solidFill>
              </a:rPr>
              <a:t>Scriere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functii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pentru</a:t>
            </a:r>
            <a:r>
              <a:rPr lang="en-US" dirty="0" smtClean="0">
                <a:solidFill>
                  <a:schemeClr val="accent1"/>
                </a:solidFill>
              </a:rPr>
              <a:t> string-</a:t>
            </a:r>
            <a:r>
              <a:rPr lang="en-US" dirty="0" err="1" smtClean="0">
                <a:solidFill>
                  <a:schemeClr val="accent1"/>
                </a:solidFill>
              </a:rPr>
              <a:t>uri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26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24" y="752967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9800" dirty="0" err="1" smtClean="0"/>
              <a:t>Bibliografie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3849" y="3355675"/>
            <a:ext cx="745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Microchip application note AN659 “LCD driver module 8 bit for PIC”</a:t>
            </a:r>
          </a:p>
        </p:txBody>
      </p:sp>
    </p:spTree>
    <p:extLst>
      <p:ext uri="{BB962C8B-B14F-4D97-AF65-F5344CB8AC3E}">
        <p14:creationId xmlns:p14="http://schemas.microsoft.com/office/powerpoint/2010/main" val="155931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268</TotalTime>
  <Words>100</Words>
  <Application>Microsoft Office PowerPoint</Application>
  <PresentationFormat>Widescreen</PresentationFormat>
  <Paragraphs>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</vt:lpstr>
      <vt:lpstr>Trebuchet MS</vt:lpstr>
      <vt:lpstr>Wingdings 3</vt:lpstr>
      <vt:lpstr>Facet</vt:lpstr>
      <vt:lpstr>Folosirea LCD-urilor in aplicatii cu microcontrollere</vt:lpstr>
      <vt:lpstr>PowerPoint Presentation</vt:lpstr>
      <vt:lpstr>Parti componente</vt:lpstr>
      <vt:lpstr>Mod de functionare - OFF</vt:lpstr>
      <vt:lpstr>Mod de functionare - ON</vt:lpstr>
      <vt:lpstr>PowerPoint Presentation</vt:lpstr>
      <vt:lpstr>PowerPoint Presentation</vt:lpstr>
      <vt:lpstr>Interfatarea cu microcontroller-ul *4 bit mode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Bibliografie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Vlad Baciu</dc:creator>
  <cp:lastModifiedBy>Vlad Baciu</cp:lastModifiedBy>
  <cp:revision>14</cp:revision>
  <dcterms:created xsi:type="dcterms:W3CDTF">2018-10-20T20:06:34Z</dcterms:created>
  <dcterms:modified xsi:type="dcterms:W3CDTF">2018-11-07T18:36:38Z</dcterms:modified>
</cp:coreProperties>
</file>